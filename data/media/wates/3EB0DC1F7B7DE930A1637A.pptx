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</p:sldIdLst>
  <p:sldSz cx="7556500" cy="10693400"/>
  <p:notesSz cx="6858000" cy="9144000"/>
  <p:embeddedFontLst>
    <p:embeddedFont>
      <p:font typeface="Public Sans" charset="1" panose="00000000000000000000"/>
      <p:regular r:id="rId8"/>
    </p:embeddedFont>
    <p:embeddedFont>
      <p:font typeface="Public Sans Bold" charset="1" panose="00000000000000000000"/>
      <p:regular r:id="rId9"/>
    </p:embeddedFont>
    <p:embeddedFont>
      <p:font typeface="Public Sans Medium" charset="1" panose="00000000000000000000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fonts/font8.fntdata" Type="http://schemas.openxmlformats.org/officeDocument/2006/relationships/font"/><Relationship Id="rId9" Target="fonts/font9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98690" y="9580932"/>
            <a:ext cx="7055543" cy="446743"/>
            <a:chOff x="0" y="0"/>
            <a:chExt cx="2528547" cy="16010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28547" cy="160103"/>
            </a:xfrm>
            <a:custGeom>
              <a:avLst/>
              <a:gdLst/>
              <a:ahLst/>
              <a:cxnLst/>
              <a:rect r="r" b="b" t="t" l="l"/>
              <a:pathLst>
                <a:path h="160103" w="2528547">
                  <a:moveTo>
                    <a:pt x="10973" y="0"/>
                  </a:moveTo>
                  <a:lnTo>
                    <a:pt x="2517574" y="0"/>
                  </a:lnTo>
                  <a:cubicBezTo>
                    <a:pt x="2520485" y="0"/>
                    <a:pt x="2523276" y="1156"/>
                    <a:pt x="2525333" y="3214"/>
                  </a:cubicBezTo>
                  <a:cubicBezTo>
                    <a:pt x="2527391" y="5272"/>
                    <a:pt x="2528547" y="8063"/>
                    <a:pt x="2528547" y="10973"/>
                  </a:cubicBezTo>
                  <a:lnTo>
                    <a:pt x="2528547" y="149130"/>
                  </a:lnTo>
                  <a:cubicBezTo>
                    <a:pt x="2528547" y="152040"/>
                    <a:pt x="2527391" y="154831"/>
                    <a:pt x="2525333" y="156889"/>
                  </a:cubicBezTo>
                  <a:cubicBezTo>
                    <a:pt x="2523276" y="158947"/>
                    <a:pt x="2520485" y="160103"/>
                    <a:pt x="2517574" y="160103"/>
                  </a:cubicBezTo>
                  <a:lnTo>
                    <a:pt x="10973" y="160103"/>
                  </a:lnTo>
                  <a:cubicBezTo>
                    <a:pt x="8063" y="160103"/>
                    <a:pt x="5272" y="158947"/>
                    <a:pt x="3214" y="156889"/>
                  </a:cubicBezTo>
                  <a:cubicBezTo>
                    <a:pt x="1156" y="154831"/>
                    <a:pt x="0" y="152040"/>
                    <a:pt x="0" y="149130"/>
                  </a:cubicBezTo>
                  <a:lnTo>
                    <a:pt x="0" y="10973"/>
                  </a:lnTo>
                  <a:cubicBezTo>
                    <a:pt x="0" y="8063"/>
                    <a:pt x="1156" y="5272"/>
                    <a:pt x="3214" y="3214"/>
                  </a:cubicBezTo>
                  <a:cubicBezTo>
                    <a:pt x="5272" y="1156"/>
                    <a:pt x="8063" y="0"/>
                    <a:pt x="1097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CBCB">
                    <a:alpha val="39000"/>
                  </a:srgbClr>
                </a:gs>
                <a:gs pos="100000">
                  <a:srgbClr val="B60101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528547" cy="1886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true" flipV="false" rot="0">
            <a:off x="698690" y="9586993"/>
            <a:ext cx="3527771" cy="440683"/>
          </a:xfrm>
          <a:custGeom>
            <a:avLst/>
            <a:gdLst/>
            <a:ahLst/>
            <a:cxnLst/>
            <a:rect r="r" b="b" t="t" l="l"/>
            <a:pathLst>
              <a:path h="440683" w="3527771">
                <a:moveTo>
                  <a:pt x="3527772" y="0"/>
                </a:moveTo>
                <a:lnTo>
                  <a:pt x="0" y="0"/>
                </a:lnTo>
                <a:lnTo>
                  <a:pt x="0" y="440682"/>
                </a:lnTo>
                <a:lnTo>
                  <a:pt x="3527772" y="440682"/>
                </a:lnTo>
                <a:lnTo>
                  <a:pt x="352777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541092" r="0" b="-159431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549425" y="-279460"/>
            <a:ext cx="3314596" cy="2428534"/>
          </a:xfrm>
          <a:custGeom>
            <a:avLst/>
            <a:gdLst/>
            <a:ahLst/>
            <a:cxnLst/>
            <a:rect r="r" b="b" t="t" l="l"/>
            <a:pathLst>
              <a:path h="2428534" w="3314596">
                <a:moveTo>
                  <a:pt x="0" y="0"/>
                </a:moveTo>
                <a:lnTo>
                  <a:pt x="3314597" y="0"/>
                </a:lnTo>
                <a:lnTo>
                  <a:pt x="3314597" y="2428534"/>
                </a:lnTo>
                <a:lnTo>
                  <a:pt x="0" y="242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6443" r="-7295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125322" y="1962813"/>
            <a:ext cx="1800127" cy="1392883"/>
            <a:chOff x="0" y="0"/>
            <a:chExt cx="2400170" cy="1857177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586449" y="382155"/>
              <a:ext cx="1227271" cy="1475022"/>
              <a:chOff x="0" y="0"/>
              <a:chExt cx="329870" cy="396461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329870" cy="396461"/>
              </a:xfrm>
              <a:custGeom>
                <a:avLst/>
                <a:gdLst/>
                <a:ahLst/>
                <a:cxnLst/>
                <a:rect r="r" b="b" t="t" l="l"/>
                <a:pathLst>
                  <a:path h="396461" w="329870">
                    <a:moveTo>
                      <a:pt x="84110" y="0"/>
                    </a:moveTo>
                    <a:lnTo>
                      <a:pt x="245760" y="0"/>
                    </a:lnTo>
                    <a:cubicBezTo>
                      <a:pt x="268067" y="0"/>
                      <a:pt x="289461" y="8862"/>
                      <a:pt x="305235" y="24635"/>
                    </a:cubicBezTo>
                    <a:cubicBezTo>
                      <a:pt x="321008" y="40409"/>
                      <a:pt x="329870" y="61803"/>
                      <a:pt x="329870" y="84110"/>
                    </a:cubicBezTo>
                    <a:lnTo>
                      <a:pt x="329870" y="312351"/>
                    </a:lnTo>
                    <a:cubicBezTo>
                      <a:pt x="329870" y="334658"/>
                      <a:pt x="321008" y="356052"/>
                      <a:pt x="305235" y="371826"/>
                    </a:cubicBezTo>
                    <a:cubicBezTo>
                      <a:pt x="289461" y="387599"/>
                      <a:pt x="268067" y="396461"/>
                      <a:pt x="245760" y="396461"/>
                    </a:cubicBezTo>
                    <a:lnTo>
                      <a:pt x="84110" y="396461"/>
                    </a:lnTo>
                    <a:cubicBezTo>
                      <a:pt x="61803" y="396461"/>
                      <a:pt x="40409" y="387599"/>
                      <a:pt x="24635" y="371826"/>
                    </a:cubicBezTo>
                    <a:cubicBezTo>
                      <a:pt x="8862" y="356052"/>
                      <a:pt x="0" y="334658"/>
                      <a:pt x="0" y="312351"/>
                    </a:cubicBezTo>
                    <a:lnTo>
                      <a:pt x="0" y="84110"/>
                    </a:lnTo>
                    <a:cubicBezTo>
                      <a:pt x="0" y="61803"/>
                      <a:pt x="8862" y="40409"/>
                      <a:pt x="24635" y="24635"/>
                    </a:cubicBezTo>
                    <a:cubicBezTo>
                      <a:pt x="40409" y="8862"/>
                      <a:pt x="61803" y="0"/>
                      <a:pt x="84110" y="0"/>
                    </a:cubicBezTo>
                    <a:close/>
                  </a:path>
                </a:pathLst>
              </a:custGeom>
              <a:solidFill>
                <a:srgbClr val="FF0000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28575"/>
                <a:ext cx="329870" cy="36788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080"/>
                  </a:lnSpc>
                </a:pPr>
              </a:p>
            </p:txBody>
          </p:sp>
        </p:grpSp>
        <p:grpSp>
          <p:nvGrpSpPr>
            <p:cNvPr name="Group 11" id="11"/>
            <p:cNvGrpSpPr/>
            <p:nvPr/>
          </p:nvGrpSpPr>
          <p:grpSpPr>
            <a:xfrm rot="0">
              <a:off x="586449" y="1467011"/>
              <a:ext cx="1227271" cy="390166"/>
              <a:chOff x="0" y="0"/>
              <a:chExt cx="329870" cy="10487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329870" cy="104870"/>
              </a:xfrm>
              <a:custGeom>
                <a:avLst/>
                <a:gdLst/>
                <a:ahLst/>
                <a:cxnLst/>
                <a:rect r="r" b="b" t="t" l="l"/>
                <a:pathLst>
                  <a:path h="104870" w="329870">
                    <a:moveTo>
                      <a:pt x="0" y="0"/>
                    </a:moveTo>
                    <a:lnTo>
                      <a:pt x="329870" y="0"/>
                    </a:lnTo>
                    <a:lnTo>
                      <a:pt x="329870" y="104870"/>
                    </a:lnTo>
                    <a:lnTo>
                      <a:pt x="0" y="104870"/>
                    </a:lnTo>
                    <a:close/>
                  </a:path>
                </a:pathLst>
              </a:custGeom>
              <a:solidFill>
                <a:srgbClr val="E1E8EC"/>
              </a:solid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28575"/>
                <a:ext cx="329870" cy="7629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080"/>
                  </a:lnSpc>
                </a:pPr>
              </a:p>
            </p:txBody>
          </p:sp>
        </p:grpSp>
        <p:sp>
          <p:nvSpPr>
            <p:cNvPr name="TextBox 14" id="14"/>
            <p:cNvSpPr txBox="true"/>
            <p:nvPr/>
          </p:nvSpPr>
          <p:spPr>
            <a:xfrm rot="0">
              <a:off x="586449" y="1492549"/>
              <a:ext cx="1227271" cy="2914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800"/>
                </a:lnSpc>
              </a:pPr>
              <a:r>
                <a:rPr lang="en-US" sz="1200">
                  <a:solidFill>
                    <a:srgbClr val="00000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#ff0000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0" y="-47625"/>
              <a:ext cx="2400170" cy="2914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800"/>
                </a:lnSpc>
              </a:pPr>
              <a:r>
                <a:rPr lang="en-US" sz="1200" b="true">
                  <a:solidFill>
                    <a:srgbClr val="00000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Primary 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756000" y="786607"/>
            <a:ext cx="590490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 b="true">
                <a:solidFill>
                  <a:srgbClr val="FF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UI Kit/Style Guide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56000" y="1318057"/>
            <a:ext cx="5904900" cy="331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0" indent="-194310" lvl="1">
              <a:lnSpc>
                <a:spcPts val="2700"/>
              </a:lnSpc>
              <a:buAutoNum type="arabicPeriod" startAt="1"/>
            </a:pPr>
            <a:r>
              <a:rPr lang="en-US" sz="180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Color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4765038" y="1923182"/>
            <a:ext cx="2038962" cy="1432514"/>
            <a:chOff x="0" y="0"/>
            <a:chExt cx="2718616" cy="1910019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2556" y="434997"/>
              <a:ext cx="1265970" cy="1475022"/>
              <a:chOff x="0" y="0"/>
              <a:chExt cx="340271" cy="396461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340271" cy="396461"/>
              </a:xfrm>
              <a:custGeom>
                <a:avLst/>
                <a:gdLst/>
                <a:ahLst/>
                <a:cxnLst/>
                <a:rect r="r" b="b" t="t" l="l"/>
                <a:pathLst>
                  <a:path h="396461" w="340271">
                    <a:moveTo>
                      <a:pt x="81539" y="0"/>
                    </a:moveTo>
                    <a:lnTo>
                      <a:pt x="258733" y="0"/>
                    </a:lnTo>
                    <a:cubicBezTo>
                      <a:pt x="280358" y="0"/>
                      <a:pt x="301098" y="8591"/>
                      <a:pt x="316389" y="23882"/>
                    </a:cubicBezTo>
                    <a:cubicBezTo>
                      <a:pt x="331681" y="39174"/>
                      <a:pt x="340271" y="59913"/>
                      <a:pt x="340271" y="81539"/>
                    </a:cubicBezTo>
                    <a:lnTo>
                      <a:pt x="340271" y="314922"/>
                    </a:lnTo>
                    <a:cubicBezTo>
                      <a:pt x="340271" y="359955"/>
                      <a:pt x="303765" y="396461"/>
                      <a:pt x="258733" y="396461"/>
                    </a:cubicBezTo>
                    <a:lnTo>
                      <a:pt x="81539" y="396461"/>
                    </a:lnTo>
                    <a:cubicBezTo>
                      <a:pt x="59913" y="396461"/>
                      <a:pt x="39174" y="387870"/>
                      <a:pt x="23882" y="372579"/>
                    </a:cubicBezTo>
                    <a:cubicBezTo>
                      <a:pt x="8591" y="357287"/>
                      <a:pt x="0" y="336548"/>
                      <a:pt x="0" y="314922"/>
                    </a:cubicBezTo>
                    <a:lnTo>
                      <a:pt x="0" y="81539"/>
                    </a:lnTo>
                    <a:cubicBezTo>
                      <a:pt x="0" y="36506"/>
                      <a:pt x="36506" y="0"/>
                      <a:pt x="81539" y="0"/>
                    </a:cubicBezTo>
                    <a:close/>
                  </a:path>
                </a:pathLst>
              </a:custGeom>
              <a:solidFill>
                <a:srgbClr val="00A859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28575"/>
                <a:ext cx="340271" cy="36788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080"/>
                  </a:lnSpc>
                </a:pP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0">
              <a:off x="2556" y="1519853"/>
              <a:ext cx="1265970" cy="390166"/>
              <a:chOff x="0" y="0"/>
              <a:chExt cx="340271" cy="10487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340271" cy="104870"/>
              </a:xfrm>
              <a:custGeom>
                <a:avLst/>
                <a:gdLst/>
                <a:ahLst/>
                <a:cxnLst/>
                <a:rect r="r" b="b" t="t" l="l"/>
                <a:pathLst>
                  <a:path h="104870" w="340271">
                    <a:moveTo>
                      <a:pt x="0" y="0"/>
                    </a:moveTo>
                    <a:lnTo>
                      <a:pt x="340271" y="0"/>
                    </a:lnTo>
                    <a:lnTo>
                      <a:pt x="340271" y="104870"/>
                    </a:lnTo>
                    <a:lnTo>
                      <a:pt x="0" y="104870"/>
                    </a:lnTo>
                    <a:close/>
                  </a:path>
                </a:pathLst>
              </a:custGeom>
              <a:solidFill>
                <a:srgbClr val="E1E8EC"/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28575"/>
                <a:ext cx="340271" cy="7629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080"/>
                  </a:lnSpc>
                </a:pPr>
              </a:p>
            </p:txBody>
          </p:sp>
        </p:grpSp>
        <p:sp>
          <p:nvSpPr>
            <p:cNvPr name="TextBox 25" id="25"/>
            <p:cNvSpPr txBox="true"/>
            <p:nvPr/>
          </p:nvSpPr>
          <p:spPr>
            <a:xfrm rot="0">
              <a:off x="2556" y="1545391"/>
              <a:ext cx="1265970" cy="2914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800"/>
                </a:lnSpc>
              </a:pPr>
              <a:r>
                <a:rPr lang="en-US" sz="1200">
                  <a:solidFill>
                    <a:srgbClr val="00000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#00a859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0" y="-47625"/>
              <a:ext cx="2718616" cy="2914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800"/>
                </a:lnSpc>
              </a:pPr>
              <a:r>
                <a:rPr lang="en-US" b="true" sz="1200">
                  <a:solidFill>
                    <a:srgbClr val="00000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Mix Color</a:t>
              </a:r>
            </a:p>
          </p:txBody>
        </p:sp>
        <p:grpSp>
          <p:nvGrpSpPr>
            <p:cNvPr name="Group 27" id="27"/>
            <p:cNvGrpSpPr/>
            <p:nvPr/>
          </p:nvGrpSpPr>
          <p:grpSpPr>
            <a:xfrm rot="0">
              <a:off x="1452646" y="434997"/>
              <a:ext cx="1265970" cy="1475022"/>
              <a:chOff x="0" y="0"/>
              <a:chExt cx="340271" cy="396461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340271" cy="396461"/>
              </a:xfrm>
              <a:custGeom>
                <a:avLst/>
                <a:gdLst/>
                <a:ahLst/>
                <a:cxnLst/>
                <a:rect r="r" b="b" t="t" l="l"/>
                <a:pathLst>
                  <a:path h="396461" w="340271">
                    <a:moveTo>
                      <a:pt x="81539" y="0"/>
                    </a:moveTo>
                    <a:lnTo>
                      <a:pt x="258733" y="0"/>
                    </a:lnTo>
                    <a:cubicBezTo>
                      <a:pt x="280358" y="0"/>
                      <a:pt x="301098" y="8591"/>
                      <a:pt x="316389" y="23882"/>
                    </a:cubicBezTo>
                    <a:cubicBezTo>
                      <a:pt x="331681" y="39174"/>
                      <a:pt x="340271" y="59913"/>
                      <a:pt x="340271" y="81539"/>
                    </a:cubicBezTo>
                    <a:lnTo>
                      <a:pt x="340271" y="314922"/>
                    </a:lnTo>
                    <a:cubicBezTo>
                      <a:pt x="340271" y="359955"/>
                      <a:pt x="303765" y="396461"/>
                      <a:pt x="258733" y="396461"/>
                    </a:cubicBezTo>
                    <a:lnTo>
                      <a:pt x="81539" y="396461"/>
                    </a:lnTo>
                    <a:cubicBezTo>
                      <a:pt x="59913" y="396461"/>
                      <a:pt x="39174" y="387870"/>
                      <a:pt x="23882" y="372579"/>
                    </a:cubicBezTo>
                    <a:cubicBezTo>
                      <a:pt x="8591" y="357287"/>
                      <a:pt x="0" y="336548"/>
                      <a:pt x="0" y="314922"/>
                    </a:cubicBezTo>
                    <a:lnTo>
                      <a:pt x="0" y="81539"/>
                    </a:lnTo>
                    <a:cubicBezTo>
                      <a:pt x="0" y="36506"/>
                      <a:pt x="36506" y="0"/>
                      <a:pt x="81539" y="0"/>
                    </a:cubicBezTo>
                    <a:close/>
                  </a:path>
                </a:pathLst>
              </a:custGeom>
              <a:solidFill>
                <a:srgbClr val="8979FF"/>
              </a:solidFill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0" y="28575"/>
                <a:ext cx="340271" cy="36788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080"/>
                  </a:lnSpc>
                </a:pPr>
              </a:p>
            </p:txBody>
          </p:sp>
        </p:grpSp>
        <p:grpSp>
          <p:nvGrpSpPr>
            <p:cNvPr name="Group 30" id="30"/>
            <p:cNvGrpSpPr/>
            <p:nvPr/>
          </p:nvGrpSpPr>
          <p:grpSpPr>
            <a:xfrm rot="0">
              <a:off x="1452646" y="1519853"/>
              <a:ext cx="1265970" cy="390166"/>
              <a:chOff x="0" y="0"/>
              <a:chExt cx="340271" cy="104870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340271" cy="104870"/>
              </a:xfrm>
              <a:custGeom>
                <a:avLst/>
                <a:gdLst/>
                <a:ahLst/>
                <a:cxnLst/>
                <a:rect r="r" b="b" t="t" l="l"/>
                <a:pathLst>
                  <a:path h="104870" w="340271">
                    <a:moveTo>
                      <a:pt x="0" y="0"/>
                    </a:moveTo>
                    <a:lnTo>
                      <a:pt x="340271" y="0"/>
                    </a:lnTo>
                    <a:lnTo>
                      <a:pt x="340271" y="104870"/>
                    </a:lnTo>
                    <a:lnTo>
                      <a:pt x="0" y="104870"/>
                    </a:lnTo>
                    <a:close/>
                  </a:path>
                </a:pathLst>
              </a:custGeom>
              <a:solidFill>
                <a:srgbClr val="E1E8EC"/>
              </a:solidFill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0" y="28575"/>
                <a:ext cx="340271" cy="7629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080"/>
                  </a:lnSpc>
                </a:pPr>
              </a:p>
            </p:txBody>
          </p:sp>
        </p:grpSp>
        <p:sp>
          <p:nvSpPr>
            <p:cNvPr name="TextBox 33" id="33"/>
            <p:cNvSpPr txBox="true"/>
            <p:nvPr/>
          </p:nvSpPr>
          <p:spPr>
            <a:xfrm rot="0">
              <a:off x="1452646" y="1545391"/>
              <a:ext cx="1265970" cy="2914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800"/>
                </a:lnSpc>
              </a:pPr>
              <a:r>
                <a:rPr lang="en-US" sz="1200">
                  <a:solidFill>
                    <a:srgbClr val="00000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#8979ff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2164534" y="1962813"/>
            <a:ext cx="1800127" cy="1392883"/>
            <a:chOff x="0" y="0"/>
            <a:chExt cx="2400170" cy="1857177"/>
          </a:xfrm>
        </p:grpSpPr>
        <p:grpSp>
          <p:nvGrpSpPr>
            <p:cNvPr name="Group 35" id="35"/>
            <p:cNvGrpSpPr/>
            <p:nvPr/>
          </p:nvGrpSpPr>
          <p:grpSpPr>
            <a:xfrm rot="0">
              <a:off x="586449" y="382155"/>
              <a:ext cx="1227271" cy="1475022"/>
              <a:chOff x="0" y="0"/>
              <a:chExt cx="329870" cy="396461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329870" cy="396461"/>
              </a:xfrm>
              <a:custGeom>
                <a:avLst/>
                <a:gdLst/>
                <a:ahLst/>
                <a:cxnLst/>
                <a:rect r="r" b="b" t="t" l="l"/>
                <a:pathLst>
                  <a:path h="396461" w="329870">
                    <a:moveTo>
                      <a:pt x="84110" y="0"/>
                    </a:moveTo>
                    <a:lnTo>
                      <a:pt x="245760" y="0"/>
                    </a:lnTo>
                    <a:cubicBezTo>
                      <a:pt x="268067" y="0"/>
                      <a:pt x="289461" y="8862"/>
                      <a:pt x="305235" y="24635"/>
                    </a:cubicBezTo>
                    <a:cubicBezTo>
                      <a:pt x="321008" y="40409"/>
                      <a:pt x="329870" y="61803"/>
                      <a:pt x="329870" y="84110"/>
                    </a:cubicBezTo>
                    <a:lnTo>
                      <a:pt x="329870" y="312351"/>
                    </a:lnTo>
                    <a:cubicBezTo>
                      <a:pt x="329870" y="334658"/>
                      <a:pt x="321008" y="356052"/>
                      <a:pt x="305235" y="371826"/>
                    </a:cubicBezTo>
                    <a:cubicBezTo>
                      <a:pt x="289461" y="387599"/>
                      <a:pt x="268067" y="396461"/>
                      <a:pt x="245760" y="396461"/>
                    </a:cubicBezTo>
                    <a:lnTo>
                      <a:pt x="84110" y="396461"/>
                    </a:lnTo>
                    <a:cubicBezTo>
                      <a:pt x="61803" y="396461"/>
                      <a:pt x="40409" y="387599"/>
                      <a:pt x="24635" y="371826"/>
                    </a:cubicBezTo>
                    <a:cubicBezTo>
                      <a:pt x="8862" y="356052"/>
                      <a:pt x="0" y="334658"/>
                      <a:pt x="0" y="312351"/>
                    </a:cubicBezTo>
                    <a:lnTo>
                      <a:pt x="0" y="84110"/>
                    </a:lnTo>
                    <a:cubicBezTo>
                      <a:pt x="0" y="61803"/>
                      <a:pt x="8862" y="40409"/>
                      <a:pt x="24635" y="24635"/>
                    </a:cubicBezTo>
                    <a:cubicBezTo>
                      <a:pt x="40409" y="8862"/>
                      <a:pt x="61803" y="0"/>
                      <a:pt x="84110" y="0"/>
                    </a:cubicBezTo>
                    <a:close/>
                  </a:path>
                </a:pathLst>
              </a:custGeom>
              <a:solidFill>
                <a:srgbClr val="F3F3F3"/>
              </a:solidFill>
            </p:spPr>
          </p:sp>
          <p:sp>
            <p:nvSpPr>
              <p:cNvPr name="TextBox 37" id="37"/>
              <p:cNvSpPr txBox="true"/>
              <p:nvPr/>
            </p:nvSpPr>
            <p:spPr>
              <a:xfrm>
                <a:off x="0" y="28575"/>
                <a:ext cx="329870" cy="36788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080"/>
                  </a:lnSpc>
                </a:pPr>
              </a:p>
            </p:txBody>
          </p:sp>
        </p:grpSp>
        <p:grpSp>
          <p:nvGrpSpPr>
            <p:cNvPr name="Group 38" id="38"/>
            <p:cNvGrpSpPr/>
            <p:nvPr/>
          </p:nvGrpSpPr>
          <p:grpSpPr>
            <a:xfrm rot="0">
              <a:off x="586449" y="1467011"/>
              <a:ext cx="1227271" cy="390166"/>
              <a:chOff x="0" y="0"/>
              <a:chExt cx="329870" cy="104870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329870" cy="104870"/>
              </a:xfrm>
              <a:custGeom>
                <a:avLst/>
                <a:gdLst/>
                <a:ahLst/>
                <a:cxnLst/>
                <a:rect r="r" b="b" t="t" l="l"/>
                <a:pathLst>
                  <a:path h="104870" w="329870">
                    <a:moveTo>
                      <a:pt x="0" y="0"/>
                    </a:moveTo>
                    <a:lnTo>
                      <a:pt x="329870" y="0"/>
                    </a:lnTo>
                    <a:lnTo>
                      <a:pt x="329870" y="104870"/>
                    </a:lnTo>
                    <a:lnTo>
                      <a:pt x="0" y="104870"/>
                    </a:lnTo>
                    <a:close/>
                  </a:path>
                </a:pathLst>
              </a:custGeom>
              <a:solidFill>
                <a:srgbClr val="E1E8EC"/>
              </a:solidFill>
            </p:spPr>
          </p:sp>
          <p:sp>
            <p:nvSpPr>
              <p:cNvPr name="TextBox 40" id="40"/>
              <p:cNvSpPr txBox="true"/>
              <p:nvPr/>
            </p:nvSpPr>
            <p:spPr>
              <a:xfrm>
                <a:off x="0" y="28575"/>
                <a:ext cx="329870" cy="7629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080"/>
                  </a:lnSpc>
                </a:pPr>
              </a:p>
            </p:txBody>
          </p:sp>
        </p:grpSp>
        <p:sp>
          <p:nvSpPr>
            <p:cNvPr name="TextBox 41" id="41"/>
            <p:cNvSpPr txBox="true"/>
            <p:nvPr/>
          </p:nvSpPr>
          <p:spPr>
            <a:xfrm rot="0">
              <a:off x="586449" y="1492549"/>
              <a:ext cx="1227271" cy="2914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800"/>
                </a:lnSpc>
              </a:pPr>
              <a:r>
                <a:rPr lang="en-US" sz="1200">
                  <a:solidFill>
                    <a:srgbClr val="00000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#F3F3F3</a:t>
              </a:r>
            </a:p>
          </p:txBody>
        </p:sp>
        <p:sp>
          <p:nvSpPr>
            <p:cNvPr name="TextBox 42" id="42"/>
            <p:cNvSpPr txBox="true"/>
            <p:nvPr/>
          </p:nvSpPr>
          <p:spPr>
            <a:xfrm rot="0">
              <a:off x="0" y="-47625"/>
              <a:ext cx="2400170" cy="2914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800"/>
                </a:lnSpc>
              </a:pPr>
              <a:r>
                <a:rPr lang="en-US" b="true" sz="1200">
                  <a:solidFill>
                    <a:srgbClr val="00000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Baground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3254398" y="1962813"/>
            <a:ext cx="1800127" cy="1392883"/>
            <a:chOff x="0" y="0"/>
            <a:chExt cx="2400170" cy="1857177"/>
          </a:xfrm>
        </p:grpSpPr>
        <p:grpSp>
          <p:nvGrpSpPr>
            <p:cNvPr name="Group 44" id="44"/>
            <p:cNvGrpSpPr/>
            <p:nvPr/>
          </p:nvGrpSpPr>
          <p:grpSpPr>
            <a:xfrm rot="0">
              <a:off x="586449" y="382155"/>
              <a:ext cx="1227271" cy="1475022"/>
              <a:chOff x="0" y="0"/>
              <a:chExt cx="329870" cy="396461"/>
            </a:xfrm>
          </p:grpSpPr>
          <p:sp>
            <p:nvSpPr>
              <p:cNvPr name="Freeform 45" id="45"/>
              <p:cNvSpPr/>
              <p:nvPr/>
            </p:nvSpPr>
            <p:spPr>
              <a:xfrm flipH="false" flipV="false" rot="0">
                <a:off x="0" y="0"/>
                <a:ext cx="329870" cy="396461"/>
              </a:xfrm>
              <a:custGeom>
                <a:avLst/>
                <a:gdLst/>
                <a:ahLst/>
                <a:cxnLst/>
                <a:rect r="r" b="b" t="t" l="l"/>
                <a:pathLst>
                  <a:path h="396461" w="329870">
                    <a:moveTo>
                      <a:pt x="84110" y="0"/>
                    </a:moveTo>
                    <a:lnTo>
                      <a:pt x="245760" y="0"/>
                    </a:lnTo>
                    <a:cubicBezTo>
                      <a:pt x="268067" y="0"/>
                      <a:pt x="289461" y="8862"/>
                      <a:pt x="305235" y="24635"/>
                    </a:cubicBezTo>
                    <a:cubicBezTo>
                      <a:pt x="321008" y="40409"/>
                      <a:pt x="329870" y="61803"/>
                      <a:pt x="329870" y="84110"/>
                    </a:cubicBezTo>
                    <a:lnTo>
                      <a:pt x="329870" y="312351"/>
                    </a:lnTo>
                    <a:cubicBezTo>
                      <a:pt x="329870" y="334658"/>
                      <a:pt x="321008" y="356052"/>
                      <a:pt x="305235" y="371826"/>
                    </a:cubicBezTo>
                    <a:cubicBezTo>
                      <a:pt x="289461" y="387599"/>
                      <a:pt x="268067" y="396461"/>
                      <a:pt x="245760" y="396461"/>
                    </a:cubicBezTo>
                    <a:lnTo>
                      <a:pt x="84110" y="396461"/>
                    </a:lnTo>
                    <a:cubicBezTo>
                      <a:pt x="61803" y="396461"/>
                      <a:pt x="40409" y="387599"/>
                      <a:pt x="24635" y="371826"/>
                    </a:cubicBezTo>
                    <a:cubicBezTo>
                      <a:pt x="8862" y="356052"/>
                      <a:pt x="0" y="334658"/>
                      <a:pt x="0" y="312351"/>
                    </a:cubicBezTo>
                    <a:lnTo>
                      <a:pt x="0" y="84110"/>
                    </a:lnTo>
                    <a:cubicBezTo>
                      <a:pt x="0" y="61803"/>
                      <a:pt x="8862" y="40409"/>
                      <a:pt x="24635" y="24635"/>
                    </a:cubicBezTo>
                    <a:cubicBezTo>
                      <a:pt x="40409" y="8862"/>
                      <a:pt x="61803" y="0"/>
                      <a:pt x="8411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46" id="46"/>
              <p:cNvSpPr txBox="true"/>
              <p:nvPr/>
            </p:nvSpPr>
            <p:spPr>
              <a:xfrm>
                <a:off x="0" y="28575"/>
                <a:ext cx="329870" cy="36788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080"/>
                  </a:lnSpc>
                </a:pPr>
              </a:p>
            </p:txBody>
          </p:sp>
        </p:grpSp>
        <p:grpSp>
          <p:nvGrpSpPr>
            <p:cNvPr name="Group 47" id="47"/>
            <p:cNvGrpSpPr/>
            <p:nvPr/>
          </p:nvGrpSpPr>
          <p:grpSpPr>
            <a:xfrm rot="0">
              <a:off x="586449" y="1467011"/>
              <a:ext cx="1227271" cy="390166"/>
              <a:chOff x="0" y="0"/>
              <a:chExt cx="329870" cy="104870"/>
            </a:xfrm>
          </p:grpSpPr>
          <p:sp>
            <p:nvSpPr>
              <p:cNvPr name="Freeform 48" id="48"/>
              <p:cNvSpPr/>
              <p:nvPr/>
            </p:nvSpPr>
            <p:spPr>
              <a:xfrm flipH="false" flipV="false" rot="0">
                <a:off x="0" y="0"/>
                <a:ext cx="329870" cy="104870"/>
              </a:xfrm>
              <a:custGeom>
                <a:avLst/>
                <a:gdLst/>
                <a:ahLst/>
                <a:cxnLst/>
                <a:rect r="r" b="b" t="t" l="l"/>
                <a:pathLst>
                  <a:path h="104870" w="329870">
                    <a:moveTo>
                      <a:pt x="0" y="0"/>
                    </a:moveTo>
                    <a:lnTo>
                      <a:pt x="329870" y="0"/>
                    </a:lnTo>
                    <a:lnTo>
                      <a:pt x="329870" y="104870"/>
                    </a:lnTo>
                    <a:lnTo>
                      <a:pt x="0" y="104870"/>
                    </a:lnTo>
                    <a:close/>
                  </a:path>
                </a:pathLst>
              </a:custGeom>
              <a:solidFill>
                <a:srgbClr val="E1E8EC"/>
              </a:solidFill>
            </p:spPr>
          </p:sp>
          <p:sp>
            <p:nvSpPr>
              <p:cNvPr name="TextBox 49" id="49"/>
              <p:cNvSpPr txBox="true"/>
              <p:nvPr/>
            </p:nvSpPr>
            <p:spPr>
              <a:xfrm>
                <a:off x="0" y="28575"/>
                <a:ext cx="329870" cy="7629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080"/>
                  </a:lnSpc>
                </a:pPr>
              </a:p>
            </p:txBody>
          </p:sp>
        </p:grpSp>
        <p:sp>
          <p:nvSpPr>
            <p:cNvPr name="TextBox 50" id="50"/>
            <p:cNvSpPr txBox="true"/>
            <p:nvPr/>
          </p:nvSpPr>
          <p:spPr>
            <a:xfrm rot="0">
              <a:off x="586449" y="1492549"/>
              <a:ext cx="1227271" cy="2914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800"/>
                </a:lnSpc>
              </a:pPr>
              <a:r>
                <a:rPr lang="en-US" sz="1200">
                  <a:solidFill>
                    <a:srgbClr val="00000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#000000</a:t>
              </a:r>
            </a:p>
          </p:txBody>
        </p:sp>
        <p:sp>
          <p:nvSpPr>
            <p:cNvPr name="TextBox 51" id="51"/>
            <p:cNvSpPr txBox="true"/>
            <p:nvPr/>
          </p:nvSpPr>
          <p:spPr>
            <a:xfrm rot="0">
              <a:off x="0" y="-47625"/>
              <a:ext cx="2400170" cy="2914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800"/>
                </a:lnSpc>
              </a:pPr>
              <a:r>
                <a:rPr lang="en-US" sz="1200" b="true">
                  <a:solidFill>
                    <a:srgbClr val="00000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Text</a:t>
              </a:r>
            </a:p>
          </p:txBody>
        </p:sp>
      </p:grpSp>
      <p:sp>
        <p:nvSpPr>
          <p:cNvPr name="TextBox 52" id="52"/>
          <p:cNvSpPr txBox="true"/>
          <p:nvPr/>
        </p:nvSpPr>
        <p:spPr>
          <a:xfrm rot="0">
            <a:off x="1012211" y="3854806"/>
            <a:ext cx="5904900" cy="331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2. Typography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274012" y="4272001"/>
            <a:ext cx="59049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9"/>
              </a:lnSpc>
            </a:pPr>
            <a:r>
              <a:rPr lang="en-US" sz="15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1) App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319188" y="4590263"/>
            <a:ext cx="5904900" cy="527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02261" indent="-151130" lvl="1">
              <a:lnSpc>
                <a:spcPts val="2100"/>
              </a:lnSpc>
              <a:buFont typeface="Arial"/>
              <a:buChar char="•"/>
            </a:pPr>
            <a:r>
              <a:rPr lang="en-US" sz="140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Font Type : Poppins</a:t>
            </a:r>
          </a:p>
          <a:p>
            <a:pPr algn="l" marL="302261" indent="-151130" lvl="1">
              <a:lnSpc>
                <a:spcPts val="2100"/>
              </a:lnSpc>
              <a:buFont typeface="Arial"/>
              <a:buChar char="•"/>
            </a:pPr>
            <a:r>
              <a:rPr lang="en-US" sz="140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Size &amp; Font Weight: 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700644" y="5205578"/>
            <a:ext cx="5904900" cy="1327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40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a. Tittle : 24 px (Semi Bold)</a:t>
            </a:r>
          </a:p>
          <a:p>
            <a:pPr algn="l">
              <a:lnSpc>
                <a:spcPts val="2100"/>
              </a:lnSpc>
            </a:pPr>
            <a:r>
              <a:rPr lang="en-US" sz="140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b. Section Tittle : 20 px (Semi Bold)</a:t>
            </a:r>
          </a:p>
          <a:p>
            <a:pPr algn="l">
              <a:lnSpc>
                <a:spcPts val="2100"/>
              </a:lnSpc>
            </a:pPr>
            <a:r>
              <a:rPr lang="en-US" sz="140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c. Item Tittle : 16 px (Medium)</a:t>
            </a:r>
          </a:p>
          <a:p>
            <a:pPr algn="l">
              <a:lnSpc>
                <a:spcPts val="2100"/>
              </a:lnSpc>
            </a:pPr>
            <a:r>
              <a:rPr lang="en-US" sz="140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d. Body Text : 12 px (Reguler)</a:t>
            </a:r>
          </a:p>
          <a:p>
            <a:pPr algn="l">
              <a:lnSpc>
                <a:spcPts val="2100"/>
              </a:lnSpc>
            </a:pPr>
            <a:r>
              <a:rPr lang="en-US" sz="140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e. Button Text : 14 px (Medium)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012211" y="6691478"/>
            <a:ext cx="5904900" cy="312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99"/>
              </a:lnSpc>
            </a:pPr>
            <a:r>
              <a:rPr lang="en-US" sz="17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2) Web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345644" y="7041998"/>
            <a:ext cx="5904900" cy="527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02261" indent="-151130" lvl="1">
              <a:lnSpc>
                <a:spcPts val="2100"/>
              </a:lnSpc>
              <a:buFont typeface="Arial"/>
              <a:buChar char="•"/>
            </a:pPr>
            <a:r>
              <a:rPr lang="en-US" sz="140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Font Type : Poppins</a:t>
            </a:r>
          </a:p>
          <a:p>
            <a:pPr algn="l" marL="302261" indent="-151130" lvl="1">
              <a:lnSpc>
                <a:spcPts val="2100"/>
              </a:lnSpc>
              <a:buFont typeface="Arial"/>
              <a:buChar char="•"/>
            </a:pPr>
            <a:r>
              <a:rPr lang="en-US" sz="140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Size &amp; Font Weight: 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727100" y="7657313"/>
            <a:ext cx="5904900" cy="1327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40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a. Tittle : 32 px (Semi Bold)</a:t>
            </a:r>
          </a:p>
          <a:p>
            <a:pPr algn="l">
              <a:lnSpc>
                <a:spcPts val="2100"/>
              </a:lnSpc>
            </a:pPr>
            <a:r>
              <a:rPr lang="en-US" sz="140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b. Section Tittle : 32 px (Semi Bold)</a:t>
            </a:r>
          </a:p>
          <a:p>
            <a:pPr algn="l">
              <a:lnSpc>
                <a:spcPts val="2100"/>
              </a:lnSpc>
            </a:pPr>
            <a:r>
              <a:rPr lang="en-US" sz="140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c. Item Tittle : 20 px (Medium)</a:t>
            </a:r>
          </a:p>
          <a:p>
            <a:pPr algn="l">
              <a:lnSpc>
                <a:spcPts val="2100"/>
              </a:lnSpc>
            </a:pPr>
            <a:r>
              <a:rPr lang="en-US" sz="140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d. Body Text : 20 px (Reguler)</a:t>
            </a:r>
          </a:p>
          <a:p>
            <a:pPr algn="l">
              <a:lnSpc>
                <a:spcPts val="2100"/>
              </a:lnSpc>
            </a:pPr>
            <a:r>
              <a:rPr lang="en-US" sz="140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e. Button Text : 20 px (Medium)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98690" y="9580932"/>
            <a:ext cx="7055543" cy="446743"/>
            <a:chOff x="0" y="0"/>
            <a:chExt cx="2528547" cy="16010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28547" cy="160103"/>
            </a:xfrm>
            <a:custGeom>
              <a:avLst/>
              <a:gdLst/>
              <a:ahLst/>
              <a:cxnLst/>
              <a:rect r="r" b="b" t="t" l="l"/>
              <a:pathLst>
                <a:path h="160103" w="2528547">
                  <a:moveTo>
                    <a:pt x="10973" y="0"/>
                  </a:moveTo>
                  <a:lnTo>
                    <a:pt x="2517574" y="0"/>
                  </a:lnTo>
                  <a:cubicBezTo>
                    <a:pt x="2520485" y="0"/>
                    <a:pt x="2523276" y="1156"/>
                    <a:pt x="2525333" y="3214"/>
                  </a:cubicBezTo>
                  <a:cubicBezTo>
                    <a:pt x="2527391" y="5272"/>
                    <a:pt x="2528547" y="8063"/>
                    <a:pt x="2528547" y="10973"/>
                  </a:cubicBezTo>
                  <a:lnTo>
                    <a:pt x="2528547" y="149130"/>
                  </a:lnTo>
                  <a:cubicBezTo>
                    <a:pt x="2528547" y="152040"/>
                    <a:pt x="2527391" y="154831"/>
                    <a:pt x="2525333" y="156889"/>
                  </a:cubicBezTo>
                  <a:cubicBezTo>
                    <a:pt x="2523276" y="158947"/>
                    <a:pt x="2520485" y="160103"/>
                    <a:pt x="2517574" y="160103"/>
                  </a:cubicBezTo>
                  <a:lnTo>
                    <a:pt x="10973" y="160103"/>
                  </a:lnTo>
                  <a:cubicBezTo>
                    <a:pt x="8063" y="160103"/>
                    <a:pt x="5272" y="158947"/>
                    <a:pt x="3214" y="156889"/>
                  </a:cubicBezTo>
                  <a:cubicBezTo>
                    <a:pt x="1156" y="154831"/>
                    <a:pt x="0" y="152040"/>
                    <a:pt x="0" y="149130"/>
                  </a:cubicBezTo>
                  <a:lnTo>
                    <a:pt x="0" y="10973"/>
                  </a:lnTo>
                  <a:cubicBezTo>
                    <a:pt x="0" y="8063"/>
                    <a:pt x="1156" y="5272"/>
                    <a:pt x="3214" y="3214"/>
                  </a:cubicBezTo>
                  <a:cubicBezTo>
                    <a:pt x="5272" y="1156"/>
                    <a:pt x="8063" y="0"/>
                    <a:pt x="1097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CBCB">
                    <a:alpha val="39000"/>
                  </a:srgbClr>
                </a:gs>
                <a:gs pos="100000">
                  <a:srgbClr val="B60101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528547" cy="1886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true" flipV="false" rot="0">
            <a:off x="698690" y="9586993"/>
            <a:ext cx="3527771" cy="440683"/>
          </a:xfrm>
          <a:custGeom>
            <a:avLst/>
            <a:gdLst/>
            <a:ahLst/>
            <a:cxnLst/>
            <a:rect r="r" b="b" t="t" l="l"/>
            <a:pathLst>
              <a:path h="440683" w="3527771">
                <a:moveTo>
                  <a:pt x="3527772" y="0"/>
                </a:moveTo>
                <a:lnTo>
                  <a:pt x="0" y="0"/>
                </a:lnTo>
                <a:lnTo>
                  <a:pt x="0" y="440682"/>
                </a:lnTo>
                <a:lnTo>
                  <a:pt x="3527772" y="440682"/>
                </a:lnTo>
                <a:lnTo>
                  <a:pt x="352777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541092" r="0" b="-159431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549425" y="-279460"/>
            <a:ext cx="3314596" cy="2428534"/>
          </a:xfrm>
          <a:custGeom>
            <a:avLst/>
            <a:gdLst/>
            <a:ahLst/>
            <a:cxnLst/>
            <a:rect r="r" b="b" t="t" l="l"/>
            <a:pathLst>
              <a:path h="2428534" w="3314596">
                <a:moveTo>
                  <a:pt x="0" y="0"/>
                </a:moveTo>
                <a:lnTo>
                  <a:pt x="3314597" y="0"/>
                </a:lnTo>
                <a:lnTo>
                  <a:pt x="3314597" y="2428534"/>
                </a:lnTo>
                <a:lnTo>
                  <a:pt x="0" y="242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6443" r="-7295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274012" y="1200407"/>
            <a:ext cx="2268000" cy="422291"/>
            <a:chOff x="0" y="0"/>
            <a:chExt cx="812800" cy="1513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151340"/>
            </a:xfrm>
            <a:custGeom>
              <a:avLst/>
              <a:gdLst/>
              <a:ahLst/>
              <a:cxnLst/>
              <a:rect r="r" b="b" t="t" l="l"/>
              <a:pathLst>
                <a:path h="151340" w="812800">
                  <a:moveTo>
                    <a:pt x="75670" y="0"/>
                  </a:moveTo>
                  <a:lnTo>
                    <a:pt x="737130" y="0"/>
                  </a:lnTo>
                  <a:cubicBezTo>
                    <a:pt x="778921" y="0"/>
                    <a:pt x="812800" y="33879"/>
                    <a:pt x="812800" y="75670"/>
                  </a:cubicBezTo>
                  <a:lnTo>
                    <a:pt x="812800" y="75670"/>
                  </a:lnTo>
                  <a:cubicBezTo>
                    <a:pt x="812800" y="95739"/>
                    <a:pt x="804828" y="114986"/>
                    <a:pt x="790637" y="129176"/>
                  </a:cubicBezTo>
                  <a:cubicBezTo>
                    <a:pt x="776446" y="143367"/>
                    <a:pt x="757199" y="151340"/>
                    <a:pt x="737130" y="151340"/>
                  </a:cubicBezTo>
                  <a:lnTo>
                    <a:pt x="75670" y="151340"/>
                  </a:lnTo>
                  <a:cubicBezTo>
                    <a:pt x="33879" y="151340"/>
                    <a:pt x="0" y="117461"/>
                    <a:pt x="0" y="75670"/>
                  </a:cubicBezTo>
                  <a:lnTo>
                    <a:pt x="0" y="75670"/>
                  </a:lnTo>
                  <a:cubicBezTo>
                    <a:pt x="0" y="33879"/>
                    <a:pt x="33879" y="0"/>
                    <a:pt x="75670" y="0"/>
                  </a:cubicBezTo>
                  <a:close/>
                </a:path>
              </a:pathLst>
            </a:custGeom>
            <a:solidFill>
              <a:srgbClr val="FF0000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28575"/>
              <a:ext cx="812800" cy="1227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080"/>
                </a:lnSpc>
              </a:pPr>
              <a:r>
                <a:rPr lang="en-US" b="true" sz="1200" spc="24">
                  <a:solidFill>
                    <a:srgbClr val="FFFFFF"/>
                  </a:solidFill>
                  <a:latin typeface="Public Sans Medium"/>
                  <a:ea typeface="Public Sans Medium"/>
                  <a:cs typeface="Public Sans Medium"/>
                  <a:sym typeface="Public Sans Medium"/>
                </a:rPr>
                <a:t>Primary Button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274012" y="1727473"/>
            <a:ext cx="2268000" cy="422291"/>
            <a:chOff x="0" y="0"/>
            <a:chExt cx="812800" cy="1513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151340"/>
            </a:xfrm>
            <a:custGeom>
              <a:avLst/>
              <a:gdLst/>
              <a:ahLst/>
              <a:cxnLst/>
              <a:rect r="r" b="b" t="t" l="l"/>
              <a:pathLst>
                <a:path h="151340" w="812800">
                  <a:moveTo>
                    <a:pt x="75670" y="0"/>
                  </a:moveTo>
                  <a:lnTo>
                    <a:pt x="737130" y="0"/>
                  </a:lnTo>
                  <a:cubicBezTo>
                    <a:pt x="778921" y="0"/>
                    <a:pt x="812800" y="33879"/>
                    <a:pt x="812800" y="75670"/>
                  </a:cubicBezTo>
                  <a:lnTo>
                    <a:pt x="812800" y="75670"/>
                  </a:lnTo>
                  <a:cubicBezTo>
                    <a:pt x="812800" y="95739"/>
                    <a:pt x="804828" y="114986"/>
                    <a:pt x="790637" y="129176"/>
                  </a:cubicBezTo>
                  <a:cubicBezTo>
                    <a:pt x="776446" y="143367"/>
                    <a:pt x="757199" y="151340"/>
                    <a:pt x="737130" y="151340"/>
                  </a:cubicBezTo>
                  <a:lnTo>
                    <a:pt x="75670" y="151340"/>
                  </a:lnTo>
                  <a:cubicBezTo>
                    <a:pt x="33879" y="151340"/>
                    <a:pt x="0" y="117461"/>
                    <a:pt x="0" y="75670"/>
                  </a:cubicBezTo>
                  <a:lnTo>
                    <a:pt x="0" y="75670"/>
                  </a:lnTo>
                  <a:cubicBezTo>
                    <a:pt x="0" y="33879"/>
                    <a:pt x="33879" y="0"/>
                    <a:pt x="75670" y="0"/>
                  </a:cubicBezTo>
                  <a:close/>
                </a:path>
              </a:pathLst>
            </a:custGeom>
            <a:ln w="9525" cap="rnd">
              <a:solidFill>
                <a:srgbClr val="FF0000"/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28575"/>
              <a:ext cx="812800" cy="1227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080"/>
                </a:lnSpc>
              </a:pPr>
              <a:r>
                <a:rPr lang="en-US" b="true" sz="1200" spc="24">
                  <a:solidFill>
                    <a:srgbClr val="FF0000"/>
                  </a:solidFill>
                  <a:latin typeface="Public Sans Medium"/>
                  <a:ea typeface="Public Sans Medium"/>
                  <a:cs typeface="Public Sans Medium"/>
                  <a:sym typeface="Public Sans Medium"/>
                </a:rPr>
                <a:t>Secondary Button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274012" y="2254539"/>
            <a:ext cx="2268000" cy="422291"/>
            <a:chOff x="0" y="0"/>
            <a:chExt cx="812800" cy="1513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151340"/>
            </a:xfrm>
            <a:custGeom>
              <a:avLst/>
              <a:gdLst/>
              <a:ahLst/>
              <a:cxnLst/>
              <a:rect r="r" b="b" t="t" l="l"/>
              <a:pathLst>
                <a:path h="151340" w="812800">
                  <a:moveTo>
                    <a:pt x="75670" y="0"/>
                  </a:moveTo>
                  <a:lnTo>
                    <a:pt x="737130" y="0"/>
                  </a:lnTo>
                  <a:cubicBezTo>
                    <a:pt x="778921" y="0"/>
                    <a:pt x="812800" y="33879"/>
                    <a:pt x="812800" y="75670"/>
                  </a:cubicBezTo>
                  <a:lnTo>
                    <a:pt x="812800" y="75670"/>
                  </a:lnTo>
                  <a:cubicBezTo>
                    <a:pt x="812800" y="95739"/>
                    <a:pt x="804828" y="114986"/>
                    <a:pt x="790637" y="129176"/>
                  </a:cubicBezTo>
                  <a:cubicBezTo>
                    <a:pt x="776446" y="143367"/>
                    <a:pt x="757199" y="151340"/>
                    <a:pt x="737130" y="151340"/>
                  </a:cubicBezTo>
                  <a:lnTo>
                    <a:pt x="75670" y="151340"/>
                  </a:lnTo>
                  <a:cubicBezTo>
                    <a:pt x="33879" y="151340"/>
                    <a:pt x="0" y="117461"/>
                    <a:pt x="0" y="75670"/>
                  </a:cubicBezTo>
                  <a:lnTo>
                    <a:pt x="0" y="75670"/>
                  </a:lnTo>
                  <a:cubicBezTo>
                    <a:pt x="0" y="33879"/>
                    <a:pt x="33879" y="0"/>
                    <a:pt x="75670" y="0"/>
                  </a:cubicBezTo>
                  <a:close/>
                </a:path>
              </a:pathLst>
            </a:custGeom>
            <a:solidFill>
              <a:srgbClr val="E1E8EC"/>
            </a:solidFill>
            <a:ln w="9525" cap="rnd">
              <a:solidFill>
                <a:srgbClr val="AEAEAE"/>
              </a:solidFill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28575"/>
              <a:ext cx="812800" cy="1227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080"/>
                </a:lnSpc>
              </a:pPr>
              <a:r>
                <a:rPr lang="en-US" b="true" sz="1200" spc="24">
                  <a:solidFill>
                    <a:srgbClr val="AEAEAE"/>
                  </a:solidFill>
                  <a:latin typeface="Public Sans Medium"/>
                  <a:ea typeface="Public Sans Medium"/>
                  <a:cs typeface="Public Sans Medium"/>
                  <a:sym typeface="Public Sans Medium"/>
                </a:rPr>
                <a:t>Disabled Button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3402947" y="3484550"/>
            <a:ext cx="2505988" cy="422291"/>
            <a:chOff x="0" y="0"/>
            <a:chExt cx="898090" cy="1513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98090" cy="151340"/>
            </a:xfrm>
            <a:custGeom>
              <a:avLst/>
              <a:gdLst/>
              <a:ahLst/>
              <a:cxnLst/>
              <a:rect r="r" b="b" t="t" l="l"/>
              <a:pathLst>
                <a:path h="151340" w="898090">
                  <a:moveTo>
                    <a:pt x="75670" y="0"/>
                  </a:moveTo>
                  <a:lnTo>
                    <a:pt x="822420" y="0"/>
                  </a:lnTo>
                  <a:cubicBezTo>
                    <a:pt x="864211" y="0"/>
                    <a:pt x="898090" y="33879"/>
                    <a:pt x="898090" y="75670"/>
                  </a:cubicBezTo>
                  <a:lnTo>
                    <a:pt x="898090" y="75670"/>
                  </a:lnTo>
                  <a:cubicBezTo>
                    <a:pt x="898090" y="95739"/>
                    <a:pt x="890117" y="114986"/>
                    <a:pt x="875926" y="129176"/>
                  </a:cubicBezTo>
                  <a:cubicBezTo>
                    <a:pt x="861736" y="143367"/>
                    <a:pt x="842489" y="151340"/>
                    <a:pt x="822420" y="151340"/>
                  </a:cubicBezTo>
                  <a:lnTo>
                    <a:pt x="75670" y="151340"/>
                  </a:lnTo>
                  <a:cubicBezTo>
                    <a:pt x="33879" y="151340"/>
                    <a:pt x="0" y="117461"/>
                    <a:pt x="0" y="75670"/>
                  </a:cubicBezTo>
                  <a:lnTo>
                    <a:pt x="0" y="75670"/>
                  </a:lnTo>
                  <a:cubicBezTo>
                    <a:pt x="0" y="33879"/>
                    <a:pt x="33879" y="0"/>
                    <a:pt x="75670" y="0"/>
                  </a:cubicBezTo>
                  <a:close/>
                </a:path>
              </a:pathLst>
            </a:custGeom>
            <a:solidFill>
              <a:srgbClr val="F3F3F3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28575"/>
              <a:ext cx="898090" cy="1227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080"/>
                </a:lnSpc>
              </a:pPr>
              <a:r>
                <a:rPr lang="en-US" b="true" sz="1200" spc="24">
                  <a:solidFill>
                    <a:srgbClr val="000000"/>
                  </a:solidFill>
                  <a:latin typeface="Public Sans Medium"/>
                  <a:ea typeface="Public Sans Medium"/>
                  <a:cs typeface="Public Sans Medium"/>
                  <a:sym typeface="Public Sans Medium"/>
                </a:rPr>
                <a:t>Masukkan Username</a:t>
              </a: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3438947" y="4078291"/>
            <a:ext cx="808479" cy="332903"/>
          </a:xfrm>
          <a:custGeom>
            <a:avLst/>
            <a:gdLst/>
            <a:ahLst/>
            <a:cxnLst/>
            <a:rect r="r" b="b" t="t" l="l"/>
            <a:pathLst>
              <a:path h="332903" w="808479">
                <a:moveTo>
                  <a:pt x="0" y="0"/>
                </a:moveTo>
                <a:lnTo>
                  <a:pt x="808479" y="0"/>
                </a:lnTo>
                <a:lnTo>
                  <a:pt x="808479" y="332903"/>
                </a:lnTo>
                <a:lnTo>
                  <a:pt x="0" y="33290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3369916" y="4601694"/>
            <a:ext cx="928178" cy="451546"/>
          </a:xfrm>
          <a:custGeom>
            <a:avLst/>
            <a:gdLst/>
            <a:ahLst/>
            <a:cxnLst/>
            <a:rect r="r" b="b" t="t" l="l"/>
            <a:pathLst>
              <a:path h="451546" w="928178">
                <a:moveTo>
                  <a:pt x="0" y="0"/>
                </a:moveTo>
                <a:lnTo>
                  <a:pt x="928178" y="0"/>
                </a:lnTo>
                <a:lnTo>
                  <a:pt x="928178" y="451546"/>
                </a:lnTo>
                <a:lnTo>
                  <a:pt x="0" y="45154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3402947" y="5140741"/>
            <a:ext cx="2245057" cy="611778"/>
          </a:xfrm>
          <a:custGeom>
            <a:avLst/>
            <a:gdLst/>
            <a:ahLst/>
            <a:cxnLst/>
            <a:rect r="r" b="b" t="t" l="l"/>
            <a:pathLst>
              <a:path h="611778" w="2245057">
                <a:moveTo>
                  <a:pt x="0" y="0"/>
                </a:moveTo>
                <a:lnTo>
                  <a:pt x="2245057" y="0"/>
                </a:lnTo>
                <a:lnTo>
                  <a:pt x="2245057" y="611778"/>
                </a:lnTo>
                <a:lnTo>
                  <a:pt x="0" y="61177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3480286" y="5906008"/>
            <a:ext cx="882435" cy="935031"/>
          </a:xfrm>
          <a:custGeom>
            <a:avLst/>
            <a:gdLst/>
            <a:ahLst/>
            <a:cxnLst/>
            <a:rect r="r" b="b" t="t" l="l"/>
            <a:pathLst>
              <a:path h="935031" w="882435">
                <a:moveTo>
                  <a:pt x="0" y="0"/>
                </a:moveTo>
                <a:lnTo>
                  <a:pt x="882435" y="0"/>
                </a:lnTo>
                <a:lnTo>
                  <a:pt x="882435" y="935031"/>
                </a:lnTo>
                <a:lnTo>
                  <a:pt x="0" y="93503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1274012" y="4099963"/>
            <a:ext cx="5904900" cy="260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02261" indent="-151130" lvl="1">
              <a:lnSpc>
                <a:spcPts val="2100"/>
              </a:lnSpc>
              <a:buFont typeface="Arial"/>
              <a:buChar char="•"/>
            </a:pPr>
            <a:r>
              <a:rPr lang="en-US" sz="140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Checkbox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74012" y="4744569"/>
            <a:ext cx="5904900" cy="260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02261" indent="-151130" lvl="1">
              <a:lnSpc>
                <a:spcPts val="2100"/>
              </a:lnSpc>
              <a:buFont typeface="Arial"/>
              <a:buChar char="•"/>
            </a:pPr>
            <a:r>
              <a:rPr lang="en-US" sz="140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Radio Button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12211" y="698850"/>
            <a:ext cx="5904900" cy="331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3. Button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12211" y="2981630"/>
            <a:ext cx="5904900" cy="331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4. Component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74012" y="5418055"/>
            <a:ext cx="1920288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02261" indent="-151130" lvl="1">
              <a:lnSpc>
                <a:spcPts val="1960"/>
              </a:lnSpc>
              <a:buFont typeface="Arial"/>
              <a:buChar char="•"/>
            </a:pPr>
            <a:r>
              <a:rPr lang="en-US" b="true" sz="1400" spc="28">
                <a:solidFill>
                  <a:srgbClr val="000000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Bottom Navigation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74012" y="3541391"/>
            <a:ext cx="5904900" cy="260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02261" indent="-151130" lvl="1">
              <a:lnSpc>
                <a:spcPts val="2100"/>
              </a:lnSpc>
              <a:buFont typeface="Arial"/>
              <a:buChar char="•"/>
            </a:pPr>
            <a:r>
              <a:rPr lang="en-US" sz="140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Form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74012" y="6182279"/>
            <a:ext cx="1920288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02261" indent="-151130" lvl="1">
              <a:lnSpc>
                <a:spcPts val="1960"/>
              </a:lnSpc>
              <a:buFont typeface="Arial"/>
              <a:buChar char="•"/>
            </a:pPr>
            <a:r>
              <a:rPr lang="en-US" b="true" sz="1400" spc="28">
                <a:solidFill>
                  <a:srgbClr val="000000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Side Bar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DAG7MEFCwos</dc:identifier>
  <dcterms:modified xsi:type="dcterms:W3CDTF">2011-08-01T06:04:30Z</dcterms:modified>
  <cp:revision>1</cp:revision>
  <dc:title>Dokumen Desain Handoff</dc:title>
</cp:coreProperties>
</file>